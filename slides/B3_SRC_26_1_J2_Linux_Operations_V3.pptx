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94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B3_SRC_26_1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Système d’exploitation Linux — Jour 2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13232" y="25146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Réseau, SSH, Bash, logs, sauvegarde et troubleshooting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3136392"/>
            <a:ext cx="3703320" cy="0"/>
          </a:xfrm>
          <a:prstGeom prst="line">
            <a:avLst/>
          </a:prstGeom>
          <a:noFill/>
          <a:ln w="27940">
            <a:solidFill>
              <a:srgbClr val="32D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447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Bachelor 3 • Systèmes, Réseaux &amp; Cloud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4663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 rouge : aujourd’hui, srv-linux01 doit devenir exploitable — puis survivre à un P1.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510235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 h • théorie courte • pratique intensive • troubleshooting final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JOUR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Passer du serveur au service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1h30 d’exploitation/sécurité, puis 5h de TP et incident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93392"/>
            <a:ext cx="393192" cy="393192"/>
          </a:xfrm>
          <a:prstGeom prst="ellipse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75688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4416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EXPOSER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59536" y="2459736"/>
            <a:ext cx="21122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Comprendre IP, routes, DNS et sockets.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3493008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993392"/>
            <a:ext cx="393192" cy="393192"/>
          </a:xfrm>
          <a:prstGeom prst="ellipse">
            <a:avLst/>
          </a:prstGeom>
          <a:solidFill>
            <a:srgbClr val="47D59C"/>
          </a:solidFill>
          <a:ln w="12700">
            <a:solidFill>
              <a:srgbClr val="47D5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75688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7880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SÉCURISER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694176" y="2459736"/>
            <a:ext cx="21122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 par clé et moindre privilège.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6327648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993392"/>
            <a:ext cx="393192" cy="3931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075688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1344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AUTOMATISER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28816" y="2459736"/>
            <a:ext cx="21122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Bash, exit codes, cron/timers.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9162288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1993392"/>
            <a:ext cx="393192" cy="3931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075688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4808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RÉSISTER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363456" y="2459736"/>
            <a:ext cx="21122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Logs, backup, restore, incident.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868680" y="427024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Aujourd’hui, “ça marche sur ma VM” ne suffit plus : il faut prouver, automatiser et restaurer.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Quel est le point commun entre réseau, SSH, Bash, logs et backup ?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Ils servent à exploiter durablement un service, pas seulement à le démarrer.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RAPPEL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Hier, vous avez construit les couches de base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Aujourd’hui on les exploite comme un système cohérent.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488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2596896"/>
            <a:ext cx="15179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Ubuntu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78608" y="267004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19659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21488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IDENTITÉ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127248" y="2596896"/>
            <a:ext cx="15179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users/groups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67004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93792" y="19659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1488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DROITS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94960" y="2596896"/>
            <a:ext cx="15179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ACL/sudo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14032" y="267004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61504" y="19659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21488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SERVICE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62672" y="2596896"/>
            <a:ext cx="15179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nginx/systemd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81744" y="267004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29216" y="19659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0384" y="21488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STOCKAGE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930384" y="2596896"/>
            <a:ext cx="15179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LVM/fstab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406908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Aujourd’hui : Réseau → SSH → Healthcheck → Logs → Backup → Incident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371600" y="46634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 pannes du Final Boss réutiliseront volontairement des couches du Jour 1.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“Nginx est démarré” n’est pas une définition de la production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service exploitable doit rester administrable, observable et récupérable.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116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ADMINISTRABLE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459736"/>
            <a:ext cx="29352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 sûr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44568" y="18288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20116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OBSERVABLE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45736" y="2459736"/>
            <a:ext cx="29352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logs &amp; métriques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11896" y="18288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0116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PERSISTANT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13064" y="2459736"/>
            <a:ext cx="29352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mounts &amp; config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3375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52044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AUTOMATISÉ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8408" y="3968496"/>
            <a:ext cx="29352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checks &amp; jobs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4568" y="33375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352044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RÉCUPÉRABLE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45736" y="3968496"/>
            <a:ext cx="29352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backup/restore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11896" y="33375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13064" y="352044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SÉCURISÉ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513064" y="3968496"/>
            <a:ext cx="29352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moindre privilège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service peut-il être “UP” et pourtant inutilisable ?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Oui : port incorrect, disque plein, latence, permissions, dépendance, etc.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RÉSEAU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Diagnostiquer par couches : IP → route → DNS → socket → service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Chaque commande répond à une question précise.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8745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0574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5528" y="2505456"/>
            <a:ext cx="153619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Qui suis-je ?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ip addr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532888" y="2715768"/>
            <a:ext cx="237744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62072" y="18745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0574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063240" y="2505456"/>
            <a:ext cx="153619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Où envoyer ?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ip route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800600" y="2715768"/>
            <a:ext cx="237744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9784" y="18745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20574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30952" y="2505456"/>
            <a:ext cx="153619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Quel nom ?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dig/getent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068312" y="2715768"/>
            <a:ext cx="237744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97496" y="18745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98664" y="20574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SOCKET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98664" y="2505456"/>
            <a:ext cx="153619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Quel port ?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 -lntp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336024" y="2715768"/>
            <a:ext cx="237744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65208" y="187452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6376" y="20574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SERVICE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866376" y="2505456"/>
            <a:ext cx="153619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Répond-il ?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curl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2057400" y="4160520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ping réussi ne prouve ni DNS, ni TCP/80, ni HTTP.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ping 1.1.1.1 OK mais curl https://example.com KO : que vérifier ensuite ?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DNS, route/egress TCP, proxy, TLS… selon le message d’erreur.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RÉSEAU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 commandes sont des sondes, pas des talismans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Associez commande ↔ question ↔ interprétation.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73736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92024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ip addr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69848" y="2368296"/>
            <a:ext cx="453542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Adresse / état interface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92024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ip route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56248" y="2368296"/>
            <a:ext cx="453542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Décision de routage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29718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15468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resolvectl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69848" y="3602736"/>
            <a:ext cx="453542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DNS configuré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29718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315468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getent / dig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56248" y="3602736"/>
            <a:ext cx="453542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Résolution de nom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" y="420624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38912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 -lntp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69848" y="4837176"/>
            <a:ext cx="453542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Socket d’écoute + process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20624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438912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curl -I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556248" y="4837176"/>
            <a:ext cx="453542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Test applicatif HTTP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5257800"/>
            <a:ext cx="10817352" cy="621792"/>
          </a:xfrm>
          <a:prstGeom prst="roundRect">
            <a:avLst>
              <a:gd name="adj" fmla="val 8824"/>
            </a:avLst>
          </a:prstGeom>
          <a:solidFill>
            <a:srgbClr val="102A2D"/>
          </a:solidFill>
          <a:ln w="15240">
            <a:solidFill>
              <a:srgbClr val="47D5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541324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D59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DÉMO LIVE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56232" y="5376672"/>
            <a:ext cx="9445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ip addr → ip route → getent hosts → ss -lntp → curl -I http://127.0.0.1</a:t>
            </a:r>
            <a:endParaRPr lang="en-US" sz="11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RÉSEAU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Trois symptômes, trois raisonnements différents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 sautez pas directement à “le réseau est cassé”.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6596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CAS 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414016"/>
            <a:ext cx="2980944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ping IP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dig KO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curl par nom KO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 suspecter DNS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07408" y="17830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96596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CAS B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08576" y="2414016"/>
            <a:ext cx="2980944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nginx active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 : pas de :80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 config / bind / autre 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96596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CAS C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47888" y="2414016"/>
            <a:ext cx="2980944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 :80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curl 127.0.0.1 = 500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 application/config/logs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31720" y="4892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 couche réseau n’est pas “tout ce qui utilise une IP”.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 : canal d’administration, authentification et chiffrement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TCP/22 n’est que le début de l’histoire.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1945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642616"/>
            <a:ext cx="20665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clé privée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0116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21945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47488" y="2642616"/>
            <a:ext cx="20665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TCP/22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chiffré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15400" y="20116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6568" y="21945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SERVEUR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16568" y="2642616"/>
            <a:ext cx="20665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authorized_keys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724912"/>
            <a:ext cx="1463040" cy="0"/>
          </a:xfrm>
          <a:prstGeom prst="line">
            <a:avLst/>
          </a:prstGeom>
          <a:noFill/>
          <a:ln w="2540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2724912"/>
            <a:ext cx="1508760" cy="0"/>
          </a:xfrm>
          <a:prstGeom prst="line">
            <a:avLst/>
          </a:prstGeom>
          <a:noFill/>
          <a:ln w="2540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34640" y="4069080"/>
            <a:ext cx="6492240" cy="1143000"/>
          </a:xfrm>
          <a:prstGeom prst="roundRect">
            <a:avLst>
              <a:gd name="adj" fmla="val 4800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4069080"/>
            <a:ext cx="649224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41605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DÉMO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44952" y="4526280"/>
            <a:ext cx="607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ssh user@srv-linux01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 -lntp | grep :22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systemctl status ssh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systemctl status ssh = active. Est-ce que cela prouve que vous pourrez vous connecter ?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Non : il faut vérifier socket, réseau, auth, policy, clé, etc.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Mot de passe vs clé publique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serveur stocke une clé publique ; votre clé privée ne doit jamais quitter le client.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4800600" cy="2606040"/>
          </a:xfrm>
          <a:prstGeom prst="roundRect">
            <a:avLst>
              <a:gd name="adj" fmla="val 280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11680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MOT DE PASSE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459736"/>
            <a:ext cx="4398264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Secret partagé / mémorisable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Réutilisation fréquente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Exposé aux tentatives de bruteforce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Peut rester utile en bootstrap contrôlé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828800"/>
            <a:ext cx="4800600" cy="2606040"/>
          </a:xfrm>
          <a:prstGeom prst="roundRect">
            <a:avLst>
              <a:gd name="adj" fmla="val 280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2011680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CLÉ SSH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84848" y="2459736"/>
            <a:ext cx="4398264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Privée côté 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Publique côté serveur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Facile à automatiser / révoquer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Meilleure base pour administration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4709160"/>
            <a:ext cx="6080760" cy="914400"/>
          </a:xfrm>
          <a:prstGeom prst="roundRect">
            <a:avLst>
              <a:gd name="adj" fmla="val 6000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4709160"/>
            <a:ext cx="608076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48006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EXEMPLE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73552" y="5166360"/>
            <a:ext cx="56601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ssh-keygen -t ed25519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ssh-copy-id user@srv-linux01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Durcir sans se verrouiller dehors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changement le plus sécurisé est celui qui prévoit son propre rollback.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2688336"/>
            <a:ext cx="11704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Garder session 1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103120" y="2670048"/>
            <a:ext cx="237744" cy="0"/>
          </a:xfrm>
          <a:prstGeom prst="line">
            <a:avLst/>
          </a:prstGeom>
          <a:noFill/>
          <a:ln w="1778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23160" y="20574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22402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624328" y="2688336"/>
            <a:ext cx="11704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Tester la clé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3995928" y="2670048"/>
            <a:ext cx="237744" cy="0"/>
          </a:xfrm>
          <a:prstGeom prst="line">
            <a:avLst/>
          </a:prstGeom>
          <a:noFill/>
          <a:ln w="1778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15968" y="20574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7136" y="22402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17136" y="2688336"/>
            <a:ext cx="11704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Modifier config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5888736" y="2670048"/>
            <a:ext cx="237744" cy="0"/>
          </a:xfrm>
          <a:prstGeom prst="line">
            <a:avLst/>
          </a:prstGeom>
          <a:noFill/>
          <a:ln w="1778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8776" y="20574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22402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9944" y="2688336"/>
            <a:ext cx="11704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sshd -t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7781544" y="2670048"/>
            <a:ext cx="237744" cy="0"/>
          </a:xfrm>
          <a:prstGeom prst="line">
            <a:avLst/>
          </a:prstGeom>
          <a:noFill/>
          <a:ln w="1778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01584" y="20574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22402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02752" y="2688336"/>
            <a:ext cx="11704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reload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9674352" y="2670048"/>
            <a:ext cx="237744" cy="0"/>
          </a:xfrm>
          <a:prstGeom prst="line">
            <a:avLst/>
          </a:prstGeom>
          <a:noFill/>
          <a:ln w="1778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94392" y="20574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95560" y="22402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0195560" y="2688336"/>
            <a:ext cx="11704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Tester session 2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1828800" y="4069080"/>
            <a:ext cx="8503920" cy="1143000"/>
          </a:xfrm>
          <a:prstGeom prst="roundRect">
            <a:avLst>
              <a:gd name="adj" fmla="val 4800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4069080"/>
            <a:ext cx="850392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5960" y="41605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SAFE CHANGE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39112" y="4526280"/>
            <a:ext cx="8083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/usr/sbin/sshd -t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systemctl reload ssh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ssh -o PreferredAuthentications=publickey user@srv-linux01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051560" y="5440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D16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PermitRootLogin no devient obligatoire. PasswordAuthentication no seulement après preuve de la clé.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Automatiser : transformer des observations en un résultat exploitable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script d’exploitation doit être lisible par l’humain ET par une machine.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5486400" cy="3886200"/>
          </a:xfrm>
          <a:prstGeom prst="roundRect">
            <a:avLst>
              <a:gd name="adj" fmla="val 1412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91640"/>
            <a:ext cx="548640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BASH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148840"/>
            <a:ext cx="506577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#!/usr/bin/env bash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SERVICE="nginx"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systemctl is-active --quiet "$SERVICE"; then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echo "[OK] $SERVICE"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exit 0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else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echo "[FAIL] $SERVICE"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exit 2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629400" y="182880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2011680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VARIABLES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30568" y="2459736"/>
            <a:ext cx="403250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éviter duplication, rendre configurable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2999232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0568" y="3182112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CONDITIONS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30568" y="3630168"/>
            <a:ext cx="403250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transformer un fait en décision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4169664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4352544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EXIT CODE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830568" y="4800600"/>
            <a:ext cx="403250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fournir un état machine stable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un healthcheck ne doit-il pas automatiquement “réparer” nginx ?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Séparer détection et remédiation évite effets de bord et boucles cachées.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Codes de retour : une API minuscule mais puissante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shell, cron, systemd et le monitoring peuvent tous les exploiter.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1168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 — OK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459736"/>
            <a:ext cx="275234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Tout est dans les seuils attendus.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01168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— WARNING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27448" y="2459736"/>
            <a:ext cx="275234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Dégradation ; service encore exploitable.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01168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— CRITICAL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30768" y="2459736"/>
            <a:ext cx="275234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Service indisponible ou condition critique.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71800" y="4617720"/>
            <a:ext cx="6217920" cy="868680"/>
          </a:xfrm>
          <a:prstGeom prst="roundRect">
            <a:avLst>
              <a:gd name="adj" fmla="val 6316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4617720"/>
            <a:ext cx="621792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470916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DÉMO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82112" y="5074920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./novatech-healthcheck.sh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echo $?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200400" y="565099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État global = le niveau le plus grave rencontré.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 du healthcheck NovaTech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Mesurer plusieurs couches sans masquer les échecs.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965960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6968" y="2414016"/>
            <a:ext cx="21122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3611880" y="17830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1965960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813048" y="2414016"/>
            <a:ext cx="21122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free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537960" y="17830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9128" y="1965960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NGINX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739128" y="2414016"/>
            <a:ext cx="21122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systemctl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85800" y="30175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200400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TCP/80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6968" y="3648456"/>
            <a:ext cx="21122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611880" y="30175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3200400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HTTP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813048" y="3648456"/>
            <a:ext cx="21122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curl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37960" y="30175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3200400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/srv/app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739128" y="3648456"/>
            <a:ext cx="21122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findmnt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823960" y="3017520"/>
            <a:ext cx="1280160" cy="0"/>
          </a:xfrm>
          <a:prstGeom prst="line">
            <a:avLst/>
          </a:prstGeom>
          <a:noFill/>
          <a:ln w="2540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26880" y="2103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228600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AGGREGATE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528048" y="2734056"/>
            <a:ext cx="1563624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max(status)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 0 / 1 / 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892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Piège : set -e peut arrêter le script précisément quand un check retourne un échec attendu.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TEXTE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grep, sed, awk : extraire l’information utile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Vous n’avez pas besoin d’être expert awk ; vous devez savoir réduire un flux.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5577840" cy="2606040"/>
          </a:xfrm>
          <a:prstGeom prst="roundRect">
            <a:avLst>
              <a:gd name="adj" fmla="val 2105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28800"/>
            <a:ext cx="557784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PIPELINE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286000"/>
            <a:ext cx="515721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grep -i error /var/log/syslog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 -lntp | grep ':80 '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awk '{print $1}' fichier.txt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sed 's/old/new/g' fichier.txt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720840" y="18745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205740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grep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22008" y="2505456"/>
            <a:ext cx="39867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filtrer des lignes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29718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315468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awk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922008" y="3602736"/>
            <a:ext cx="39867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découper / calculer par colonnes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06908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425196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22008" y="4700016"/>
            <a:ext cx="39867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transformer un flux texte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parser une sortie “humaine” peut être fragile dans un script ?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Format variable, locale, versions ; préférer sorties stables/JSON quand disponibles.</a:t>
            </a:r>
            <a:endParaRPr lang="en-US" sz="9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cron ou systemd timer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 deux planifient ; systemd apporte intégration service/journal/dépendances.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4800600" cy="2971800"/>
          </a:xfrm>
          <a:prstGeom prst="roundRect">
            <a:avLst>
              <a:gd name="adj" fmla="val 2462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11680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459736"/>
            <a:ext cx="4398264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Simple et historique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Syntaxe compacte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Environnement réduit / différent du shell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Logs à gérer explicitement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Très bien pour tâches simples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828800"/>
            <a:ext cx="4800600" cy="2971800"/>
          </a:xfrm>
          <a:prstGeom prst="roundRect">
            <a:avLst>
              <a:gd name="adj" fmla="val 2462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2011680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 TIMER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84848" y="2459736"/>
            <a:ext cx="4398264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Unit service + unit timer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Journal intégré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Dépendances et politiques systemd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Visibilité via list-timers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Plus verbeux mais plus structuré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5166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TP07 : cron obligatoire ; systemd timer en challenge.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Automatiser une tâche, c’est aussi automatiser ses sorties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Sans rotation, votre monitoring peut finir par provoquer la panne qu’il surveille.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945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HEALTHCHECK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2642616"/>
            <a:ext cx="14721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stdout/stderr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2724912"/>
            <a:ext cx="274320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011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21945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 FILE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081528" y="2642616"/>
            <a:ext cx="14721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/var/log/novatech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724912"/>
            <a:ext cx="274320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2011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21945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LOGROTATE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21808" y="2642616"/>
            <a:ext cx="14721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rotation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95160" y="2724912"/>
            <a:ext cx="274320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60920" y="2011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1945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RETENTION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62088" y="2642616"/>
            <a:ext cx="14721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archives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35440" y="2724912"/>
            <a:ext cx="274320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0" y="2011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02368" y="21945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COMPRESSION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802368" y="2642616"/>
            <a:ext cx="14721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gzip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88720" y="4251960"/>
            <a:ext cx="9784080" cy="960120"/>
          </a:xfrm>
          <a:prstGeom prst="roundRect">
            <a:avLst>
              <a:gd name="adj" fmla="val 5714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4251960"/>
            <a:ext cx="978408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43434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99032" y="4709160"/>
            <a:ext cx="9363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logrotate -d /etc/logrotate.d/novatech-healthcheck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observer avant 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logrotate -f /etc/logrotate.d/novatech-healthcheck</a:t>
            </a:r>
            <a:endParaRPr lang="en-US" sz="10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logrotate : rotation, conservation et permissions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 syntaxe n’est utile que si vous testez ce qu’elle fera.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5212080" cy="3520440"/>
          </a:xfrm>
          <a:prstGeom prst="roundRect">
            <a:avLst>
              <a:gd name="adj" fmla="val 1558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737360"/>
            <a:ext cx="521208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288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/etc/logrotate.d/novatech-healthcheck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194560"/>
            <a:ext cx="47914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/var/log/novatech/healthcheck.log {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daily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rotate 7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compress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missingok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notifempty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create 0640 root adm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01168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-d / debug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01968" y="2459736"/>
            <a:ext cx="41696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simule et explique sans rotation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044952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322783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-f / force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01968" y="3675888"/>
            <a:ext cx="41696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force la rotation pour le lab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261104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444398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create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01968" y="4892040"/>
            <a:ext cx="41696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recrée le fichier avec droits définis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Sauvegarder ≠ restaurer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Une archive non testée est une hypothèse de sauvegarde.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1938528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03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— CRÉER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5528" y="2551176"/>
            <a:ext cx="153619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tar / rsync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2651760"/>
            <a:ext cx="237744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62072" y="1920240"/>
            <a:ext cx="1938528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103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— VÉRIFIER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063240" y="2551176"/>
            <a:ext cx="153619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sha256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651760"/>
            <a:ext cx="237744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9784" y="1920240"/>
            <a:ext cx="1938528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2103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— SUPPRIMER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30952" y="2551176"/>
            <a:ext cx="153619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preuve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68312" y="2651760"/>
            <a:ext cx="237744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97496" y="1920240"/>
            <a:ext cx="1938528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98664" y="2103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 — RESTAURER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98664" y="2551176"/>
            <a:ext cx="153619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depuis backup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36024" y="2651760"/>
            <a:ext cx="237744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65208" y="1920240"/>
            <a:ext cx="1938528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6376" y="2103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 — COMPARER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866376" y="2551176"/>
            <a:ext cx="153619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hash / service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886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TP08 : BACKUP_RESTORE_PROOF doit être supprimé puis réellement restauré.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une sauvegarde sur le même disque protège-t-elle mal ?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Panne disque/VM, ransomware, suppression : même domaine de panne.</a:t>
            </a:r>
            <a:endParaRPr lang="en-US" sz="9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RPO et RTO : deux questions simples derrière une stratégie de reprise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Introduire le vocabulaire sans transformer ce module en cours PRA.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4663440" cy="2423160"/>
          </a:xfrm>
          <a:prstGeom prst="roundRect">
            <a:avLst>
              <a:gd name="adj" fmla="val 30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011680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RPO — Recovery Point Objective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69848" y="2459736"/>
            <a:ext cx="426110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Combien de données puis-je accepter de perdre 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Backup quotidien → jusqu’à ~24 h de données.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828800"/>
            <a:ext cx="4663440" cy="2423160"/>
          </a:xfrm>
          <a:prstGeom prst="roundRect">
            <a:avLst>
              <a:gd name="adj" fmla="val 30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0568" y="2011680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RTO — Recovery Time Objective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830568" y="2459736"/>
            <a:ext cx="426110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Combien de temps puis-je accepter d’être indisponible 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Restore manuel local ≠ PRA automatisé.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7091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lab teste la capacité technique à restaurer ; une vraie stratégie ajoute fréquence, hors-site, chiffrement, rétention et tests.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Baseline : réduire la surface et les privilèges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 sécurité n’est pas un “hardening final” : elle traverse tous les TPs.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116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PRIVILÈGES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45973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sudo / comptes dédiés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44568" y="18288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20116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45736" y="245973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clé / root interdit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11896" y="18288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0116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SERVICES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13064" y="245973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n’exposer que nécessaire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24612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42900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PAQUETS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8408" y="387705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sources &amp; updates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44568" y="324612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342900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PORTS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45736" y="387705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savoir qui écoute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11896" y="324612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13064" y="342900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BACKUP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513064" y="387705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droits + restauration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chmod 777 “qui résout le problème” n’est-il pas une correction acceptable ?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Il élargit inutilement les droits et masque la cause exacte.</a:t>
            </a:r>
            <a:endParaRPr lang="en-US" sz="9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service peut être actif et pourtant malade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Caractérisez la saturation avant de toucher à la configuration.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5669280" cy="3794760"/>
          </a:xfrm>
          <a:prstGeom prst="roundRect">
            <a:avLst>
              <a:gd name="adj" fmla="val 1446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91640"/>
            <a:ext cx="566928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DIAGNOSTIC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148840"/>
            <a:ext cx="524865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uptime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free -h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-hT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du -xhd1 /var | sort -h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ps aux --sort=-%cpu | head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ps aux --sort=-%mem | head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journalctl -p err --since today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812280" y="1783080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196596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CPU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013448" y="2414016"/>
            <a:ext cx="389534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load/process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12280" y="2743200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292608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RAM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013448" y="3374136"/>
            <a:ext cx="389534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available/swap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703320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388620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013448" y="4334256"/>
            <a:ext cx="389534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capacity/inodes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4663440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484632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I/O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13448" y="5294376"/>
            <a:ext cx="389534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latence / logs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5257800"/>
            <a:ext cx="10817352" cy="621792"/>
          </a:xfrm>
          <a:prstGeom prst="roundRect">
            <a:avLst>
              <a:gd name="adj" fmla="val 8824"/>
            </a:avLst>
          </a:prstGeom>
          <a:solidFill>
            <a:srgbClr val="102A2D"/>
          </a:solidFill>
          <a:ln w="15240">
            <a:solidFill>
              <a:srgbClr val="47D5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541324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D59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DÉMO LIVE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56232" y="5376672"/>
            <a:ext cx="9445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Créer un gros fichier dans /var/tmp → df/du → supprimer → vérifier. Ne pas le faire sur un vrai serveur de prod.</a:t>
            </a:r>
            <a:endParaRPr lang="en-US" sz="11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INCIDENT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 méthode compte plus que la commande magique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Votre but : réduire l’espace des causes possibles avec des preuves.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6968" y="241401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REPRODUIRE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721608" y="241401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56248" y="241401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DÉLIMITER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89720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90888" y="241401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HYPOTHÈSE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2461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42900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6968" y="387705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32461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342900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721608" y="387705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CORRIGER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32461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342900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556248" y="387705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32461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0888" y="342900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390888" y="387705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DOCUMENTER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500176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Interdits comme “diagnostic” : “j’ai rebooté”, “j’ai mis 777”, “j’ai désactivé le firewall”.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INCIDENT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“Le site ne répond plus” : raisonnez verticalement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 → socket → service → config → filesystem → permissions/resources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74520" y="1664208"/>
            <a:ext cx="8458200" cy="530352"/>
          </a:xfrm>
          <a:prstGeom prst="roundRect">
            <a:avLst>
              <a:gd name="adj" fmla="val 5172"/>
            </a:avLst>
          </a:prstGeom>
          <a:solidFill>
            <a:srgbClr val="182A4D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7922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 / HTTP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17922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curl -v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74520" y="2331720"/>
            <a:ext cx="8458200" cy="530352"/>
          </a:xfrm>
          <a:prstGeom prst="roundRect">
            <a:avLst>
              <a:gd name="adj" fmla="val 5172"/>
            </a:avLst>
          </a:prstGeom>
          <a:solidFill>
            <a:srgbClr val="142342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4597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SOCKET / 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24597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 -lntp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74520" y="2999232"/>
            <a:ext cx="8458200" cy="530352"/>
          </a:xfrm>
          <a:prstGeom prst="roundRect">
            <a:avLst>
              <a:gd name="adj" fmla="val 5172"/>
            </a:avLst>
          </a:prstGeom>
          <a:solidFill>
            <a:srgbClr val="182A4D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1272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3127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systemctl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74520" y="3666744"/>
            <a:ext cx="8458200" cy="530352"/>
          </a:xfrm>
          <a:prstGeom prst="roundRect">
            <a:avLst>
              <a:gd name="adj" fmla="val 5172"/>
            </a:avLst>
          </a:prstGeom>
          <a:solidFill>
            <a:srgbClr val="142342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7947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37947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nginx -t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74520" y="4334256"/>
            <a:ext cx="8458200" cy="530352"/>
          </a:xfrm>
          <a:prstGeom prst="roundRect">
            <a:avLst>
              <a:gd name="adj" fmla="val 5172"/>
            </a:avLst>
          </a:prstGeom>
          <a:solidFill>
            <a:srgbClr val="182A4D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44622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44622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findmnt / mount -a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74520" y="5001768"/>
            <a:ext cx="8458200" cy="530352"/>
          </a:xfrm>
          <a:prstGeom prst="roundRect">
            <a:avLst>
              <a:gd name="adj" fmla="val 5172"/>
            </a:avLst>
          </a:prstGeom>
          <a:solidFill>
            <a:srgbClr val="142342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51297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RIGHTS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51297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namei / ls -l / getfacl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43000" y="5806440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Commencez là où le symptôme est observable, puis descendez jusqu’à trouver la rupture.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FINAL BOSS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INC-26001 — vous êtes l’équipe d’astreinte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formateur peut injecter plusieurs causes simultanées.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737360"/>
            <a:ext cx="10469880" cy="2011680"/>
          </a:xfrm>
          <a:prstGeom prst="roundRect">
            <a:avLst>
              <a:gd name="adj" fmla="val 2727"/>
            </a:avLst>
          </a:prstGeom>
          <a:solidFill>
            <a:srgbClr val="25172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011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09:14 — INCIDENT CRITIQUE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L’application NovaTech n’est plus accessible après une intervention de maintenance. Le serveur répond au réseau, mais le service applicatif est indisponible ou dégradé.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1248" y="416052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434340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 DE RÉINSTALL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42416" y="4791456"/>
            <a:ext cx="2020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réparer minimalement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630168" y="416052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1336" y="434340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 DE 777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831336" y="4791456"/>
            <a:ext cx="2020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cause précise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19088" y="416052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434340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PREUVES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20256" y="4791456"/>
            <a:ext cx="2020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fait → hypothèse → test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208008" y="416052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9176" y="434340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RCA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09176" y="4791456"/>
            <a:ext cx="2020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documenter la cause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143000" y="56967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D16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Pendant les 20 premières minutes, le formateur peut ne répondre que par des questions.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ÉVALUATION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Ce qui sera évalué — 20 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 démarche compte autant que le résultat technique.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6596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TPs &amp; validations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41401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 pts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44568" y="1783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196596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QCM écrit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45736" y="241401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 pts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11896" y="1783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196596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Diagnostic incident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13064" y="241401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pts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2004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3832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Correction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8408" y="383133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pts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44568" y="32004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33832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45736" y="383133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11896" y="32004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13064" y="338328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Mini-RCA / oral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513064" y="3831336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pts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9377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serveur réparé “par chance” sans pouvoir expliquer la cause ne vaut pas un diagnostic démontré.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À l’oral : “Pourquoi cette commande ? Qu’est-ce que son résultat vous a permis d’exclure ?”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Préparez-vous à expliquer une ligne choisie au hasard dans votre RCA.</a:t>
            </a:r>
            <a:endParaRPr lang="en-US" sz="9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niveau attendu à la sortie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Vous n’avez pas besoin de tout connaître. Vous devez savoir chercher, prouver et changer proprement.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avant de modifier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56432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ADMINISTRER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57600" y="241401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sans root permanent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92240" y="241401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filesystem/LVM/fstab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25712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SERVIR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0" y="241401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 &amp; logs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" y="32004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3832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AUTOMATISER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2960" y="383133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Bash &amp; jobs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56432" y="32004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33832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SÉCURISER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657600" y="383133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SSH &amp; droits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91072" y="32004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3832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RESTAURER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492240" y="383133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backup testé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25712" y="32004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33832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DIAGNOSTIQUER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326880" y="3831336"/>
            <a:ext cx="20665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faits → RCA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983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Final Boss n’est pas la fin du cours : c’est la preuve que toutes les briques ont commencé à former un réflexe d’administrateur.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NovaTech Infrastructure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B3_SRC_26_1 — Système d’exploitation Linux</dc:subject>
  <dc:creator>Gaëtan Perruche — B3 SRC</dc:creator>
  <cp:lastModifiedBy>Gaëtan Perruche — B3 SRC</cp:lastModifiedBy>
  <cp:revision>1</cp:revision>
  <dcterms:created xsi:type="dcterms:W3CDTF">2026-09-04T11:50:01Z</dcterms:created>
  <dcterms:modified xsi:type="dcterms:W3CDTF">2026-09-04T11:50:01Z</dcterms:modified>
</cp:coreProperties>
</file>